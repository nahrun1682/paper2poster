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701213"/>
  <p:notesSz cx="9701213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31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86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68580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56032" y="228600"/>
            <a:ext cx="634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研究タイトル（日本語）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032" y="640080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Title in English — subtitle if needed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6345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6181344" cy="58521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【概要リード文】顧客・社会に提供する価値の要旨と、本研究がなぜ強いかを2〜3文で簡潔に記述してください。競合との差別化点や技術的独自性も含めて記載します。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828800"/>
            <a:ext cx="3104388" cy="1536192"/>
          </a:xfrm>
          <a:prstGeom prst="rect">
            <a:avLst/>
          </a:prstGeom>
          <a:solidFill>
            <a:srgbClr val="EAF1FB"/>
          </a:solidFill>
          <a:ln w="12700">
            <a:solidFill>
              <a:srgbClr val="C8DC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56032" y="1828800"/>
            <a:ext cx="31043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56032" y="1828800"/>
            <a:ext cx="3104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対応する課題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139696"/>
            <a:ext cx="2976372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課題①：〇〇に関する問題点・ペインポイント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課題②：〇〇における非効率性・コスト超過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課題③：〇〇の未解決事項・技術的ギャップ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7580" y="1828800"/>
            <a:ext cx="3104388" cy="1536192"/>
          </a:xfrm>
          <a:prstGeom prst="rect">
            <a:avLst/>
          </a:prstGeom>
          <a:solidFill>
            <a:srgbClr val="E4F3F1"/>
          </a:solidFill>
          <a:ln w="12700">
            <a:solidFill>
              <a:srgbClr val="C8DC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497580" y="1828800"/>
            <a:ext cx="310438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497580" y="1828800"/>
            <a:ext cx="3104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提供する価値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89020" y="2139696"/>
            <a:ext cx="2976372" cy="117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価値①：〇〇の大幅な改善・パフォーマンス向上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価値②：〇〇の効率化・コスト削減・時間短縮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価値③：〇〇における新たな可能性・革新的変化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438144"/>
            <a:ext cx="634593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56032" y="3438144"/>
            <a:ext cx="6345936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56032" y="3438144"/>
            <a:ext cx="6345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　　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785616"/>
            <a:ext cx="6163056" cy="2377440"/>
          </a:xfrm>
          <a:prstGeom prst="rect">
            <a:avLst/>
          </a:prstGeom>
          <a:solidFill>
            <a:srgbClr val="EFF4FC"/>
          </a:solidFill>
          <a:ln w="12700">
            <a:solidFill>
              <a:srgbClr val="C8DCF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47472" y="3785616"/>
            <a:ext cx="61630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【概要図・説明エリア】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研究の概要・手法・技術的仕組み・成果のビジュアルをここに配置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（アーキテクチャ図・フローチャート・実験結果グラフ等を挿入）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6345936"/>
            <a:ext cx="3104388" cy="1481328"/>
          </a:xfrm>
          <a:prstGeom prst="rect">
            <a:avLst/>
          </a:prstGeom>
          <a:solidFill>
            <a:srgbClr val="EAF1FB"/>
          </a:solidFill>
          <a:ln w="12700">
            <a:solidFill>
              <a:srgbClr val="C8DC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56032" y="6345936"/>
            <a:ext cx="31043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56032" y="6345936"/>
            <a:ext cx="3104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適用分野・事業機会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" y="6656832"/>
            <a:ext cx="2976372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分野①：〇〇産業・製造業への直接応用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分野②：〇〇サービス・プラットフォーム展開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分野③：〇〇マーケットにおける新規参入機会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97580" y="6345936"/>
            <a:ext cx="3104388" cy="1481328"/>
          </a:xfrm>
          <a:prstGeom prst="rect">
            <a:avLst/>
          </a:prstGeom>
          <a:solidFill>
            <a:srgbClr val="E4F3F1"/>
          </a:solidFill>
          <a:ln w="12700">
            <a:solidFill>
              <a:srgbClr val="C8DC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497580" y="6345936"/>
            <a:ext cx="310438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497580" y="6345936"/>
            <a:ext cx="3104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現況と予定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89020" y="6656832"/>
            <a:ext cx="2976372" cy="1115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現況①：〇〇フェーズ（TRL X）達成・検証完了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予定①：〇〇年度に〇〇を実施・実証試験予定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予定②：〇〇部門との連携・事業化検討を計画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7900416"/>
            <a:ext cx="6345936" cy="841248"/>
          </a:xfrm>
          <a:prstGeom prst="rect">
            <a:avLst/>
          </a:prstGeom>
          <a:solidFill>
            <a:srgbClr val="FFF8E6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256032" y="7900416"/>
            <a:ext cx="6345936" cy="256032"/>
          </a:xfrm>
          <a:prstGeom prst="rect">
            <a:avLst/>
          </a:prstGeom>
          <a:solidFill>
            <a:srgbClr val="C87800"/>
          </a:solidFill>
          <a:ln w="12700">
            <a:solidFill>
              <a:srgbClr val="C878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56032" y="790041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討　論　事　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8193024"/>
            <a:ext cx="621792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4A35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討論①：〇〇についてどのようにお考えでしょうか？貴社・貴組織視点からのご意見をお聞かせください。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4A35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討論②：〇〇に関する貴組織のニーズ・展開可能性・連携可能性について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8805672"/>
            <a:ext cx="6858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256032" y="8805672"/>
            <a:ext cx="2115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代表発表者：</a:t>
            </a: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　太郎（〇〇部）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71344" y="8805672"/>
            <a:ext cx="2115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連携部署：</a:t>
            </a: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〇〇部門 ／ △△グループ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86656" y="8805672"/>
            <a:ext cx="2115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C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略語：</a:t>
            </a:r>
            <a:r>
              <a:rPr lang="en-US" sz="800" dirty="0">
                <a:solidFill>
                  <a:srgbClr val="C8DC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AI：人工知能　ML：機械学習　LLM：大規模言語モデル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32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研究紹介テンプレート</dc:title>
  <dc:subject>PptxGenJS Presentation</dc:subject>
  <dc:creator>PptxGenJS</dc:creator>
  <cp:lastModifiedBy>Yuto Kawamura</cp:lastModifiedBy>
  <cp:revision>1</cp:revision>
  <dcterms:created xsi:type="dcterms:W3CDTF">2026-05-16T05:42:44Z</dcterms:created>
  <dcterms:modified xsi:type="dcterms:W3CDTF">2026-05-16T05:54:13Z</dcterms:modified>
</cp:coreProperties>
</file>